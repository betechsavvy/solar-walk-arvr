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Solar Walk lets you explore a scientifically accurate solar system on the laptop and in AR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motivation: scale is the hardest thing to understand about the solar system. AR lets you see it and walk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objectives: realism, Unit 5 rendering concepts, Unit 6 AR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Unity 6 with URP, AR Foundation with ARCore for Android, and the test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data-driven model is shared by all three scenes. Only the camera/placement script changes between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orbit formula and the two scale modes. Demo: press Real scale, then number keys 1-8.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live: press W to cycle solid, wireframe, solid+wireframe. Press L to toggle lighting. Point at the stats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ARCore fuses camera feature points with the gyroscope/accelerometer to estimate the phone pose. ARRaycastManager hits detected planes to place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three modes before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placeholders with screenshots from the laptop and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453896"/>
            <a:ext cx="4023360" cy="2212848"/>
          </a:xfrm>
          <a:prstGeom prst="ellipse">
            <a:avLst/>
          </a:prstGeom>
          <a:ln w="12700">
            <a:solidFill>
              <a:srgbClr val="2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1755648"/>
            <a:ext cx="2926080" cy="1609344"/>
          </a:xfrm>
          <a:prstGeom prst="ellipse">
            <a:avLst/>
          </a:prstGeom>
          <a:ln w="12700">
            <a:solidFill>
              <a:srgbClr val="3448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2057400"/>
            <a:ext cx="1828800" cy="1005840"/>
          </a:xfrm>
          <a:prstGeom prst="ellipse">
            <a:avLst/>
          </a:prstGeom>
          <a:ln w="12700">
            <a:solidFill>
              <a:srgbClr val="3448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2240280"/>
            <a:ext cx="640080" cy="640080"/>
          </a:xfrm>
          <a:prstGeom prst="ellipse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874520"/>
            <a:ext cx="201168" cy="201168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2834640"/>
            <a:ext cx="146304" cy="146304"/>
          </a:xfrm>
          <a:prstGeom prst="ellipse">
            <a:avLst/>
          </a:prstGeom>
          <a:solidFill>
            <a:srgbClr val="E06A3B"/>
          </a:solidFill>
          <a:ln w="12700">
            <a:solidFill>
              <a:srgbClr val="E06A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&amp; VIRTUAL REALITY · CA-III MINI PROJECT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Walk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AR Solar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Explorer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Group_&lt;number&gt;-CA-3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Symbiosis Institute of Technology, Pune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Aaryan Nagu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23070122006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Aashi Joshi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23070122007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Aditi Padole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23070122014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Bhagyesh Sutar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Solar Walk?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6204A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 diagrams put the planets side by side, so students never get a feel for scale.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Neptune is ~78× farther from the Sun than Mercury, and the Sun is wider than 100 Earths. These are just numbers on paper.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3D solar system you can explore three ways: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Desktop: inspect every planet with real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Marker (AR): the solar system on your 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Walk (AR): a room-sized solar system you walk through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6204A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simulation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+ 8 planets built from real NASA data: diameter, distance, orbital period, rotation period (incl. retrograde Venus &amp; Uranus).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6204A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5 concepts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202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(solid) vs wireframe rendering, local illumination vs ambient lighting, with live polygon and edge counts on screen.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6 concepts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9202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tracking &amp; pose estimation, plane detection, raycast-based placement, anchoring and pinch-to-scale with AR Foundation + ARCore.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PLATFORMS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0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8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6 (6000.0.44f1 LTS), C#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8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Universal Render Pipeline 17.0.4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8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Foundation 6.5 + Google ARCore XR Plugin 6.5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8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XR / Input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XR Interaction Toolkit 3.5.1, Input System 1.19 (mouse + touch)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8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OpenJDK 17, Android SDK 33–35, NDK r27c, IL2CPP, ARM64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C8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10/11 laptop · ARCore Android phone (Galaxy S25+)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B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41732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1737360" y="1920240"/>
            <a:ext cx="2834640" cy="411480"/>
          </a:xfrm>
          <a:prstGeom prst="line">
            <a:avLst/>
          </a:prstGeom>
          <a:noFill/>
          <a:ln w="12700">
            <a:solidFill>
              <a:srgbClr val="B8C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4A"/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OrbitCamera · RenderModes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0" cy="411480"/>
          </a:xfrm>
          <a:prstGeom prst="line">
            <a:avLst/>
          </a:prstGeom>
          <a:noFill/>
          <a:ln w="12700">
            <a:solidFill>
              <a:srgbClr val="B8C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3317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4A"/>
          </a:solidFill>
          <a:ln w="19050">
            <a:solidFill>
              <a:srgbClr val="3DD6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(AR)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ARSolarPlacer · table scale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2834640" cy="411480"/>
          </a:xfrm>
          <a:prstGeom prst="line">
            <a:avLst/>
          </a:prstGeom>
          <a:noFill/>
          <a:ln w="12700">
            <a:solidFill>
              <a:srgbClr val="B8C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3317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4A"/>
          </a:solidFill>
          <a:ln w="19050">
            <a:solidFill>
              <a:srgbClr val="3DD6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(AR)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ARSolarPlacer · room scale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4290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core (every mode)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SolarSystem (real data, orbits, scale) · PlanetInfo · SolarHUD (UI + tap/click picking) · PlanetLabels · OrbitLines · FlyCamera (PC preview)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Simulation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6204A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8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angle = (simulated days ÷ orbital period) × 2π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C8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= (cos angle, 0, sin angle) × orbit radius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146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body uses real diameter, distance, orbital and rotation period, so all ratios are real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= 360° ÷ rotation period → Jupiter spins fastest; Venus &amp; Uranus spin backwards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scale: square-root compression so all planets fit one screen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scale: 1 unit = 1 million km, true sizes (planets become dots!)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in local space → the whole system moves and scales as one object (needed for AR)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5: Rendering &amp; Illumination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6204A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rendering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body is a UV-sphere mesh of 768 triangles, shaded with URP Lit.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6204A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rendering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2024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Triangles converted at runtime to a line mesh (MeshTopology.Lines); shared edges removed with a hash set → 1,278 edges.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6204A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illumination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92024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light aimed from the Sun at the selected planet: lit day side, dark night side. Toggle Sun-only vs Sun + ambient.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polygons / body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749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6,912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polygons total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49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1,278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/ body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6: AR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280160" cy="201168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194560"/>
            <a:ext cx="1133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ARCore available?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56232" y="1508760"/>
            <a:ext cx="1280160" cy="201168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7712" y="1645920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677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29384" y="2194560"/>
            <a:ext cx="1133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6-DoF pose: camera + IMU fusion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55264" y="1508760"/>
            <a:ext cx="1280160" cy="201168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1645920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6674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28416" y="2194560"/>
            <a:ext cx="1133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planes (table / floor)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54296" y="1508760"/>
            <a:ext cx="1280160" cy="201168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1645920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6577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27448" y="2194560"/>
            <a:ext cx="1133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Raycast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→ ray → plane hit pose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53328" y="1508760"/>
            <a:ext cx="1280160" cy="201168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1645920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480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194560"/>
            <a:ext cx="1133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system, stays fixed in world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52360" y="1508760"/>
            <a:ext cx="1280160" cy="2011680"/>
          </a:xfrm>
          <a:prstGeom prst="roundRect">
            <a:avLst>
              <a:gd name="adj" fmla="val 5714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1645920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25512" y="2194560"/>
            <a:ext cx="1133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 to scale, tap for info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mode: 0.003 m/unit → Neptune orbit ≈ 1.3 m, fits a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mode: 0.03 m/unit → ≈ 13 m room-scale; HUD shows live distance to the selected planet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if no plane is found in 8 s, the system is placed in front of the camera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Explore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6204A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 a planet → info panel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Right-drag rotate, scroll zoom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Render [W] &amp; Light [L]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scale + keys 0–8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Speed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(AR)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202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 a 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Tap to place the solar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Pinch to resize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Walk around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Tap a planet for info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6204A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572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(AR)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9202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Room-sized solar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Planets at chest height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Physically walk between orbits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distance to planet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button cycles planets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bodies render with orbit rings, labels and real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/ wireframe / overlay and lighting modes switch live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Real-scale view shows how empty the solar system 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build (SolarWalk.apk, ~38 MB) places and anchors the system on a real surface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.exe build for the desktop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16204A"/>
          </a:solidFill>
          <a:ln w="12700">
            <a:solidFill>
              <a:srgbClr val="B8C2E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Desktop mode screenshot]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16204A"/>
          </a:solidFill>
          <a:ln w="12700">
            <a:solidFill>
              <a:srgbClr val="B8C2E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754880" y="3063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AR mode screenshot]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731520" cy="457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6204A"/>
          </a:solidFill>
          <a:ln w="12700">
            <a:solidFill>
              <a:srgbClr val="FFC8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Walk turns real astronomical data into something you can see and walk through, demonstrating Unit 5 rendering concepts on the desktop and Unit 6 AR concepts on a phone.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6204A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Textured planets and moons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GPS-anchored outdoor planet walk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Depth-based AR occlusion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 narration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Classroom quiz mode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github.com/BeTechSavvy/SOLAR-WALK-ARVR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Walk</dc:title>
  <dc:subject>PptxGenJS Presentation</dc:subject>
  <dc:creator>Group_&lt;number&gt;-CA-3</dc:creator>
  <cp:lastModifiedBy>Group_&lt;number&gt;-CA-3</cp:lastModifiedBy>
  <cp:revision>1</cp:revision>
  <dcterms:created xsi:type="dcterms:W3CDTF">2026-10-21T03:51:34Z</dcterms:created>
  <dcterms:modified xsi:type="dcterms:W3CDTF">2026-10-21T03:51:34Z</dcterms:modified>
</cp:coreProperties>
</file>